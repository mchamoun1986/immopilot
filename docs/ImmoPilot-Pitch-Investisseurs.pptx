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mensuel (EUR)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4200</c:v>
                </c:pt>
                <c:pt idx="2">
                  <c:v>15700</c:v>
                </c:pt>
                <c:pt idx="3">
                  <c:v>31000</c:v>
                </c:pt>
                <c:pt idx="4">
                  <c:v>49500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C1272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5486400" cy="54864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ImmoPilot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de l'achat immobilier en France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Investisseurs — Mai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750 000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Primo-accedants/an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3464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gratuit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l'utilisateur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sources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revenus B2B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conflit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D'interet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Probleme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son premier bien immobilier en France est un parcours du combattant.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" cy="1280160"/>
          </a:xfrm>
          <a:prstGeom prst="rect">
            <a:avLst/>
          </a:prstGeom>
          <a:solidFill>
            <a:srgbClr val="C127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Francais eligibles au PTZ ne le savent pas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54480"/>
            <a:ext cx="64008" cy="1280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connaissent pas le plafond HCSF d'endettement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64008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12 000 EUR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d'economies ratees sur l'assurance emprunteur (Loi Lemoine)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64008" cy="1280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6-12 mois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parcours sans guide neutre ni checklist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822960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17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neutre ne guide l'acheteur de A a Z sans conflit d'interet.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Solution : ImmoPilot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GPS de l'achat immobilier — gratuit, neutre, complet.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Calculez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Credit, PTZ, notaire, endettement — vos vrais chiffres en 30 secondes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517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7373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Suivez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etapes de A a Z avec checklist, alertes et contacts utiles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517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Decidez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DPE, prix m2, comparaison de biens, score qualite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8229600" cy="7772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97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Aucun compte requis  |  Donnees locales (pas de cloud)  |  Mis a jour 2026  |  Sources officielles (LegiFrance, ANIL)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Opportunite de Marche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 transactions/an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2743200" cy="2560320"/>
          </a:xfrm>
          <a:prstGeom prst="ellipse">
            <a:avLst/>
          </a:prstGeom>
          <a:solidFill>
            <a:srgbClr val="2563EB">
              <a:alpha val="3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750K primo-accedants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2743200"/>
            <a:ext cx="1645920" cy="1554480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3017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Y1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931920" cy="3657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immo / an (FR)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1371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million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719072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Primo-accedants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1847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2194560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moyen 1er achat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2322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220 000 EUR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670048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798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courtier / dossier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2798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1 500 - 4 000 EUR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3145536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courtage credit FR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Mds EUR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3621024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assurance emprunteur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Mds EUR/an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4096512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d'un lead qualifie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80 - 300 EUR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Produit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Next.js — deploye sur Vercel — donnees locales + Supabase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Etapes guidees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definition du projet a l'emmenagement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Calculateurs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Credit, PTZ, frais notaire, endettement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Alertes intelligentes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DPE, delais legaux, endettement, clauses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6517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Dossiers multi-biens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prix, DPE, copro,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6517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Annuaire 69 pros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categories, couverture nationale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71800"/>
            <a:ext cx="26517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financement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complet genere pour la banque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09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 |  React 19  |  Tailwind  |  Supabase  |  Vercel  |  TypeScript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pour l'utilisateur — monetisation 100% B2B, invisible, sans friction.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64008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Affiliation / CPA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2K-8K EUR/mois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affilies vers courtiers (Pretto, Empruntis), assureurs (April, Luko), energie (Selectra). Commission par conversion.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804672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06040"/>
            <a:ext cx="6400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97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Generation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15K-45K EUR/mois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108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de leads qualifies opt-in aux courtiers, diagnostiqueurs, demenageurs. 80-300 EUR/lead.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49040"/>
            <a:ext cx="64008" cy="10058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40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B2B Pro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10K-40K EUR MRR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251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pros (courtiers, agents, diagnostiqueurs) pour recevoir des leads + visibilite annuaire.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617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primo-accedant peut generer jusqu'a 365 EUR de commissions cumulees sur le parcours complet.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Positionnement Unique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18872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Pretto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Empruntis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ImmoPilot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27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complet A-Z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Calculateurs interactifs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seul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seul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outils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neutre (pas courtier)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Alertes personnalisees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multi-dossiers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moderne / 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sans compte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6817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outil 100% cote acheteur — pas de conflit d'interet, pas de bien a vendre, pas de credit a placer.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construit (Mai 2026)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complet deploye (Next.js, Vercel, 23 fichiers data)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etapes, 4 calculateurs, systeme d'alertes, gestion dossiers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monetisation codee (lead modal, consentement, tables Supabase)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professionnels repertories dans 12 categories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optimise (sitemap, meta, JSON-LD, OG cards)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463040"/>
            <a:ext cx="228600" cy="2286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0" y="1417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 live + leads Supabase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202996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984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 active (courtiers, CPL)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596896"/>
            <a:ext cx="228600" cy="2286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2551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M3-M6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2551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Pro (Stripe, dashboard)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3163824"/>
            <a:ext cx="228600" cy="2286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31181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M6-M12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3118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(API, premium, white-label POC)</a:t>
            </a:r>
            <a:endParaRPr lang="en-US" sz="10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3383280"/>
          <a:ext cx="82296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Projections Financieres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conservateur — croissance organique SEO uniquement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49 500 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594K EUR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cible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Users/mois M12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abonnes M18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5448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M18 (proj.)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Affiliation CPA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7 500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Gen (CPL)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Pro (MRR)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Sponsoring + autres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4 200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15 700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49 500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95 000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657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couts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Hebergement (Vercel Pro)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0896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EUR/mois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130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(Free tier)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08960" y="21305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EUR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569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0" y="25694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EUR/an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0083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 (outils tracking)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8960" y="30083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EUR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447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(SEO organique)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34472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EUR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fixe mensuel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896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EUR/mois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023360" cy="3657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Marges par modele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cout variable)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(cout = hosting seul)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(Stripe 2.9% + support)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3657600"/>
            <a:ext cx="347472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nette cible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 &amp; Avantages Cles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Marwan Chamoun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 multi-projets (5 societes actives)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technique (IA, SaaS, full-stack)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commercial B2B (detection de gaz, HVAC)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Primo-accedant lui-meme = connait le probleme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structurels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marginal quasi-nul (SaaS pur)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compound (contenu evergreen)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deja construit et deploye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de revenus des J1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reseau (plus de pros = meilleur service)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stock, pas de logistique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Barrieres a l'entree (moats)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274320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reglementaire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fichiers loi FR mis a jour (PTZ, DPE, HCSF, Lemoine)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4114800"/>
            <a:ext cx="274320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first-mover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evergreen sur 750K requetes primo-accedants/an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274320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pros abonnes = plus de leads routes = plus de valeur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C1272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Rejoignez l'aventure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ImmoPilot cherche des partenaires strategiques pour accelerer sa croissance.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657600" cy="23774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cherche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SEO &amp; contenu (redacteurs, backlinks)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 de courtiers/pros pour tester le CPL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growth / acquisition payante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initial pour scale (6-12 mois runway)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3840480" cy="23774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offre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deja construit et deploye (pas un MVP)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Marges 90%+ (SaaS pur, pas de logistique)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de 750K primo-accedants/an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 de revenus complementaires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 l'international (Belgique, Suisse)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6817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: marwan@immopilot.fr  |  immopilot.fr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ImmoPilot — Pitch Investisseurs</dc:title>
  <dc:subject>PptxGenJS Presentation</dc:subject>
  <dc:creator>ImmoPilot</dc:creator>
  <cp:lastModifiedBy>ImmoPilot</cp:lastModifiedBy>
  <cp:revision>1</cp:revision>
  <dcterms:created xsi:type="dcterms:W3CDTF">2026-05-10T13:24:09Z</dcterms:created>
  <dcterms:modified xsi:type="dcterms:W3CDTF">2026-05-10T13:24:09Z</dcterms:modified>
</cp:coreProperties>
</file>